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4" r:id="rId9"/>
    <p:sldId id="262" r:id="rId10"/>
    <p:sldId id="263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43FF4-6DAC-48E2-85E5-091C49711FB7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C370D-5020-439D-B0F0-AF1FEBFC74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48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DC370D-5020-439D-B0F0-AF1FEBFC744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5845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55FBA-BD54-2525-D8C8-57C16FBE1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65661D-EF67-7E68-2119-465522D75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BE887D-A5FB-69F1-2CE5-15E28C16F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9421-EA61-44B0-851B-1DDB49F2010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823E42-9AA5-52D8-596F-D41C10D91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681812-73E0-CCAE-1C91-AEBB0993E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A6AC-7CF0-4E9E-91B9-46A24B937F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48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AD17E-5241-670D-24D4-C5EBFF543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1891CF-8760-A743-180A-194F6C1B7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F41821-B1AB-6928-8577-80DCB284C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9421-EA61-44B0-851B-1DDB49F2010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9C10B3-97A8-D027-550B-EDAAF0F7A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02A3EE-EDCE-A240-00BC-C07EFE0A3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A6AC-7CF0-4E9E-91B9-46A24B937F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926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8B655-5B77-E6D6-4FEB-D5FAD6520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0D4471-C040-3476-1740-FA83A8F9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74868C-2DE4-7228-D500-4B7E8727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9421-EA61-44B0-851B-1DDB49F2010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B98558-C65A-B6D9-C317-92853AEC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5176E1-6E83-0D24-9F51-005EBDF9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A6AC-7CF0-4E9E-91B9-46A24B937F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890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C0E79-3178-7032-BE89-748FB7047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0C4660-446E-1D12-8C18-3787FA828A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DCE59F-D012-35F2-93F5-2FDCC660A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722B74-8CC5-8B57-8D79-382467DCE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9421-EA61-44B0-851B-1DDB49F2010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EC891F-B83F-748A-019D-5466A2386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E2FF91-EA31-BF43-F5CA-59788BC2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A6AC-7CF0-4E9E-91B9-46A24B937F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421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CC8E9-0933-415C-F3AB-53535230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B81756-1DE2-9D0C-DD3F-1F0502EF7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ABE2E1-931A-25A7-C01B-7F2ACADB1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6976ED9-772F-8B45-6920-4F15DD0DB0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80860F7-F113-327F-FF27-E4D2000DF8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C5409E8-5EA9-3628-8B82-F39AECB2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9421-EA61-44B0-851B-1DDB49F2010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510C769-A3B0-FB73-80D4-F892F683E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C16BEEE-F6B2-7918-D180-ED40594E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A6AC-7CF0-4E9E-91B9-46A24B937F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9358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B6D65-3E1C-9A41-15FE-CF43DAA0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DD52D0-CC51-C35D-F6A0-A1053ED37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9421-EA61-44B0-851B-1DDB49F2010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E5CDACF-F846-9A00-C5DB-FAA6F7DA1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2002EF-CC82-CC9C-98CB-D2897D5B2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A6AC-7CF0-4E9E-91B9-46A24B937F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6462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325323C-F9D4-AA89-5D42-9D132F1E3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9421-EA61-44B0-851B-1DDB49F2010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0C56244-A9BF-8A9D-665E-D02A75A81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27A036-F0C3-1D0E-0A0C-6FB91D6E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A6AC-7CF0-4E9E-91B9-46A24B937F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81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7FF190-B0EC-438D-7342-376A55AD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AAEF68-1141-CD86-706A-D107CEE29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A005876-F862-B7C6-95E0-FE94517E2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4A9A27-8132-BC55-A012-BFA0F250F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9421-EA61-44B0-851B-1DDB49F2010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B6DD52-FB2D-EFFB-3D0B-2E861A5EA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8FEC12-803C-DB7D-8439-F1F1B5F2B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A6AC-7CF0-4E9E-91B9-46A24B937F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15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E5922-865A-A9DA-ED44-164508924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6F21C11-6D94-4F53-6C37-EF98C5A0C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57D87E-2659-5755-71BE-4EB8AD280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94525F-FF16-784A-5D7D-AAA0EE68F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9421-EA61-44B0-851B-1DDB49F2010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58E27E-16D4-813D-4A0C-70C49A4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FDED3D-4484-6015-455B-0C8DD324F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A6AC-7CF0-4E9E-91B9-46A24B937F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028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37803-2D90-3655-B7EF-4B097DD0A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98431B-763A-21B5-2C20-1139F2B2F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927CF7-CBC3-3D58-0D7B-DCE3A0AAB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9421-EA61-44B0-851B-1DDB49F2010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29AA36-5B73-D444-0F7D-ADD348A7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2E397B-3EFF-A64C-AF71-8F483A51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A6AC-7CF0-4E9E-91B9-46A24B937F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4898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615A5A-118A-A1CF-EAF6-22EB6459B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CFBAC0-1FEB-9C51-2081-B32F7562C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4D5AC7-0A0A-9B30-C600-18AFBBB0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9421-EA61-44B0-851B-1DDB49F2010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5F87C1-BF1B-985B-B0E6-B395D089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1BB8E1-B458-D285-11BD-4DDC3C21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4A6AC-7CF0-4E9E-91B9-46A24B937F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304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92335DF-04F9-DDAD-F6BB-AD3326DFA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1EA6A0-66AF-E163-480D-5ACAFBE92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76D4BA-1FA9-9934-FA51-98CE9A19C6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29421-EA61-44B0-851B-1DDB49F2010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A57677-69B3-B455-39B0-30B5AE43C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238293-CA0C-770B-86AB-3B6E89A17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4A6AC-7CF0-4E9E-91B9-46A24B937F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618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zimange/pig-datase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9C8DB-1A2A-228F-8587-ADAEA37C4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160" y="1122363"/>
            <a:ext cx="11612880" cy="2387600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Trabalho de Conclusão de Disciplina:</a:t>
            </a:r>
            <a:br>
              <a:rPr lang="pt-BR" dirty="0"/>
            </a:br>
            <a:r>
              <a:rPr lang="pt-BR" dirty="0"/>
              <a:t>Definição do Problema e Exploração de Dados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448ABAEB-E7F1-086C-C4E5-157EF1B98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7798"/>
            <a:ext cx="9144000" cy="2493962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Disciplina: </a:t>
            </a:r>
            <a:r>
              <a:rPr lang="pt-BR" dirty="0"/>
              <a:t>EL142A – Tópicos Especiais em Metodologia e Técnicas da Computação I:</a:t>
            </a:r>
          </a:p>
          <a:p>
            <a:r>
              <a:rPr lang="pt-BR" dirty="0"/>
              <a:t>Aprendizado de Máquinas</a:t>
            </a:r>
          </a:p>
          <a:p>
            <a:r>
              <a:rPr lang="pt-BR" b="1" dirty="0"/>
              <a:t>Semestre: </a:t>
            </a:r>
            <a:r>
              <a:rPr lang="pt-BR" dirty="0"/>
              <a:t>2026/1</a:t>
            </a:r>
          </a:p>
          <a:p>
            <a:r>
              <a:rPr lang="pt-BR" b="1" dirty="0"/>
              <a:t>Aluno: </a:t>
            </a:r>
            <a:r>
              <a:rPr lang="pt-BR" dirty="0"/>
              <a:t>Gustavo Eduardo Silva Machado</a:t>
            </a:r>
          </a:p>
          <a:p>
            <a:r>
              <a:rPr lang="pt-BR" b="1" dirty="0"/>
              <a:t>Matrícula: </a:t>
            </a:r>
            <a:r>
              <a:rPr lang="pt-BR" dirty="0"/>
              <a:t>12612EEL006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3665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4091A-1006-9D01-7A1A-7B3EC2214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Contextualização à pesquisa de Mestrado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542649-672B-1466-647C-F34ED251C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PT" dirty="0"/>
              <a:t>Desenvolver e validar um sistema de Processamento Digital de Imagens (PDI) com Inteligência Artificial, baseado em vídeo, para automatizar a coleta e a estruturação de dados comportamentais relacionados à alimentação de leitões.</a:t>
            </a:r>
          </a:p>
          <a:p>
            <a:endParaRPr lang="pt-PT" dirty="0"/>
          </a:p>
          <a:p>
            <a:pPr lvl="1"/>
            <a:r>
              <a:rPr lang="pt-PT" dirty="0"/>
              <a:t>Implementar um sistema de identificação do leitões</a:t>
            </a:r>
          </a:p>
          <a:p>
            <a:pPr lvl="1"/>
            <a:endParaRPr lang="pt-PT" dirty="0"/>
          </a:p>
          <a:p>
            <a:pPr lvl="1"/>
            <a:r>
              <a:rPr lang="pt-PT" dirty="0"/>
              <a:t>Implementar um sistema para coleta de dados comportamentais (auxílio do especialista)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610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9DDC8-B8B5-A5EB-485C-5BE918B38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26837-1700-6E4A-33C3-7D03ECFC4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Proposta de trabalho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76622D-1D03-9CCA-B060-9EF03B8BA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PT" dirty="0"/>
              <a:t>Utilizando imagens, desenvolver e treinar um modelo de identificação de leitões comparando os modelos existentes e se possível propor alguma otimização.</a:t>
            </a:r>
          </a:p>
          <a:p>
            <a:endParaRPr lang="pt-PT" dirty="0"/>
          </a:p>
          <a:p>
            <a:r>
              <a:rPr lang="pt-PT" dirty="0"/>
              <a:t>Possibilitará um provável cruzamento de dados com o dataset do mestrado (vídeo).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2282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16C81-8C6E-ABF8-16B1-236BCBDF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734E4-F814-560B-DBFF-1C393F70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Base de dados e ambiente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1D3FF7-5AB3-EB7E-A78C-9866F0459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PT" dirty="0"/>
              <a:t>Base utilizada: </a:t>
            </a:r>
            <a:r>
              <a:rPr lang="pt-PT" dirty="0">
                <a:hlinkClick r:id="rId2"/>
              </a:rPr>
              <a:t>https://www.kaggle.com/datasets/zimange/pig-dataset</a:t>
            </a:r>
            <a:endParaRPr lang="pt-PT" dirty="0"/>
          </a:p>
          <a:p>
            <a:r>
              <a:rPr lang="pt-PT" dirty="0"/>
              <a:t>Base com 1060 imagens</a:t>
            </a:r>
          </a:p>
          <a:p>
            <a:pPr lvl="1"/>
            <a:r>
              <a:rPr lang="pt-PT" dirty="0"/>
              <a:t>924 de treinamento</a:t>
            </a:r>
          </a:p>
          <a:p>
            <a:pPr lvl="1"/>
            <a:r>
              <a:rPr lang="pt-PT" dirty="0"/>
              <a:t>136 de validação</a:t>
            </a:r>
          </a:p>
          <a:p>
            <a:r>
              <a:rPr lang="pt-PT" dirty="0"/>
              <a:t>Possui um modelo treinado com Yolo5</a:t>
            </a:r>
          </a:p>
          <a:p>
            <a:r>
              <a:rPr lang="pt-PT" dirty="0"/>
              <a:t>Possui apenas uma classe</a:t>
            </a:r>
          </a:p>
          <a:p>
            <a:pPr lvl="1"/>
            <a:r>
              <a:rPr lang="pt-PT" dirty="0"/>
              <a:t>Leitões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8659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DA30F-FF54-9A7C-716B-019592527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dos dados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FFC590A0-A184-C80B-F6FF-06360BF44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8174"/>
            <a:ext cx="10515600" cy="420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4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ED4B2-3E61-905A-F415-927A7DBBF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448B6D-E4D0-C344-00C1-C67C25F2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dos dados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07CD2ECE-AB6B-10D9-5AC2-3417149D04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67" y="1766632"/>
            <a:ext cx="4351338" cy="435133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4919015-14C0-EA60-6851-C8579D737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641" y="1766630"/>
            <a:ext cx="4351339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5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60E8-7F04-1447-D8D1-7CBA7E01B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BD6E6-A9D5-CCBA-3FC7-625973E2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Análise dos dados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05B5F7-4AC6-40BF-D67E-8D463176D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/>
              <a:t>class_id</a:t>
            </a:r>
            <a:r>
              <a:rPr lang="en-US" dirty="0"/>
              <a:t>, </a:t>
            </a:r>
            <a:r>
              <a:rPr lang="en-US" dirty="0" err="1"/>
              <a:t>x_center</a:t>
            </a:r>
            <a:r>
              <a:rPr lang="en-US" dirty="0"/>
              <a:t>, </a:t>
            </a:r>
            <a:r>
              <a:rPr lang="en-US" dirty="0" err="1"/>
              <a:t>y_center</a:t>
            </a:r>
            <a:r>
              <a:rPr lang="en-US" dirty="0"/>
              <a:t>, width, height</a:t>
            </a:r>
            <a:endParaRPr lang="pt-BR" dirty="0"/>
          </a:p>
          <a:p>
            <a:pPr lvl="1"/>
            <a:r>
              <a:rPr lang="pt-BR" b="1" dirty="0" err="1"/>
              <a:t>class_id</a:t>
            </a:r>
            <a:r>
              <a:rPr lang="pt-BR" b="1" dirty="0"/>
              <a:t>: </a:t>
            </a:r>
            <a:r>
              <a:rPr lang="pt-BR" dirty="0"/>
              <a:t>id da classe (ex.: 0 para porco).</a:t>
            </a:r>
          </a:p>
          <a:p>
            <a:pPr lvl="1"/>
            <a:r>
              <a:rPr lang="pt-BR" b="1" dirty="0" err="1"/>
              <a:t>x_center</a:t>
            </a:r>
            <a:r>
              <a:rPr lang="pt-BR" b="1" dirty="0"/>
              <a:t>, </a:t>
            </a:r>
            <a:r>
              <a:rPr lang="pt-BR" b="1" dirty="0" err="1"/>
              <a:t>y_center</a:t>
            </a:r>
            <a:r>
              <a:rPr lang="pt-BR" b="1" dirty="0"/>
              <a:t>: </a:t>
            </a:r>
            <a:r>
              <a:rPr lang="pt-BR" dirty="0"/>
              <a:t>centro da caixa, </a:t>
            </a:r>
            <a:br>
              <a:rPr lang="pt-BR" dirty="0"/>
            </a:br>
            <a:r>
              <a:rPr lang="pt-BR" dirty="0"/>
              <a:t>normalizado em [0,1].</a:t>
            </a:r>
          </a:p>
          <a:p>
            <a:pPr lvl="1"/>
            <a:r>
              <a:rPr lang="pt-BR" b="1" dirty="0" err="1"/>
              <a:t>width</a:t>
            </a:r>
            <a:r>
              <a:rPr lang="pt-BR" b="1" dirty="0"/>
              <a:t>, </a:t>
            </a:r>
            <a:r>
              <a:rPr lang="pt-BR" b="1" dirty="0" err="1"/>
              <a:t>height</a:t>
            </a:r>
            <a:r>
              <a:rPr lang="pt-BR" b="1" dirty="0"/>
              <a:t>: </a:t>
            </a:r>
            <a:r>
              <a:rPr lang="pt-BR" dirty="0"/>
              <a:t>largura e altura da caixa, </a:t>
            </a:r>
            <a:br>
              <a:rPr lang="pt-BR" dirty="0"/>
            </a:br>
            <a:r>
              <a:rPr lang="pt-BR" dirty="0"/>
              <a:t>normalizadas em [0,1]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4679A4-3749-17BE-236E-79D938B59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2148656"/>
            <a:ext cx="4421317" cy="328858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251C3AC-9539-B96C-6D3C-FD0160922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411" y="4120725"/>
            <a:ext cx="3420397" cy="263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85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370BE-5237-7906-CEE4-2F153750B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E3DB6-030F-6718-739C-8F03A14CE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dos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613328-1202-D604-C8D7-EAD579C02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C7D8CA-CFB2-0351-55B0-5549E9A47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31" y="1365897"/>
            <a:ext cx="10909738" cy="542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51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DA809-8A0D-1790-5799-797350A07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2F827-798D-01FF-E6B2-1BF24243A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dos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D8CE80-166F-C619-AAA5-F56FC5976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3CBD3C8-997D-FB1A-229D-06CDF4784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41" y="1429406"/>
            <a:ext cx="11141518" cy="535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26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2E15C-B5A4-B2A9-6003-C1AC4A028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1E4D0-2E15-5E8D-F784-A79D1B4E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dos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8D9EC4-8AB9-777F-2716-76C008FE7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Página web com dados consolidados</a:t>
            </a:r>
          </a:p>
          <a:p>
            <a:endParaRPr lang="pt-BR" dirty="0"/>
          </a:p>
          <a:p>
            <a:r>
              <a:rPr lang="pt-BR" dirty="0"/>
              <a:t>Possíveis alterações:</a:t>
            </a:r>
          </a:p>
          <a:p>
            <a:pPr lvl="1"/>
            <a:r>
              <a:rPr lang="pt-BR" dirty="0"/>
              <a:t>Possibilidade de alterar valores após treinamento do modelo</a:t>
            </a:r>
          </a:p>
          <a:p>
            <a:pPr lvl="1"/>
            <a:r>
              <a:rPr lang="pt-BR" dirty="0"/>
              <a:t>Validar com imagens menos nítidas</a:t>
            </a:r>
          </a:p>
          <a:p>
            <a:pPr lvl="1"/>
            <a:r>
              <a:rPr lang="pt-BR" dirty="0"/>
              <a:t>Adicionar vídeos como conteúdo de validação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90398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296</Words>
  <Application>Microsoft Office PowerPoint</Application>
  <PresentationFormat>Widescreen</PresentationFormat>
  <Paragraphs>41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Trabalho de Conclusão de Disciplina: Definição do Problema e Exploração de Dados</vt:lpstr>
      <vt:lpstr>Contextualização à pesquisa de Mestrado</vt:lpstr>
      <vt:lpstr>Proposta de trabalho</vt:lpstr>
      <vt:lpstr>Base de dados e ambiente</vt:lpstr>
      <vt:lpstr>Análise dos dados</vt:lpstr>
      <vt:lpstr>Análise dos dados</vt:lpstr>
      <vt:lpstr>Análise dos dados</vt:lpstr>
      <vt:lpstr>Análise dos dados</vt:lpstr>
      <vt:lpstr>Análise dos dados</vt:lpstr>
      <vt:lpstr>Análise dos dados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Eduardo Silva Machado</dc:creator>
  <cp:lastModifiedBy>Gustavo Eduardo Silva Machado</cp:lastModifiedBy>
  <cp:revision>2</cp:revision>
  <dcterms:created xsi:type="dcterms:W3CDTF">2026-04-23T18:25:55Z</dcterms:created>
  <dcterms:modified xsi:type="dcterms:W3CDTF">2026-04-23T22:20:51Z</dcterms:modified>
</cp:coreProperties>
</file>